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6" autoAdjust="0"/>
    <p:restoredTop sz="65796" autoAdjust="0"/>
  </p:normalViewPr>
  <p:slideViewPr>
    <p:cSldViewPr snapToGrid="0">
      <p:cViewPr varScale="1">
        <p:scale>
          <a:sx n="72" d="100"/>
          <a:sy n="72" d="100"/>
        </p:scale>
        <p:origin x="195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8/15/2026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provides an overview of the proposed </a:t>
            </a:r>
            <a:r>
              <a:rPr lang="en-US" dirty="0" err="1"/>
              <a:t>DriverPass</a:t>
            </a:r>
            <a:r>
              <a:rPr lang="en-US" dirty="0"/>
              <a:t> system and how the design supports the needs of the business, its employees, and its customers. The goal is to provide one online system where customers can access training, take practice tests, schedule driving lessons, and manage their accounts. </a:t>
            </a:r>
            <a:r>
              <a:rPr lang="en-US" dirty="0" err="1"/>
              <a:t>DriverPass</a:t>
            </a:r>
            <a:r>
              <a:rPr lang="en-US" dirty="0"/>
              <a:t> employees will also be able to manage appointments, customer information, training content, and other daily business activities from the same system.</a:t>
            </a:r>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DriverPass</a:t>
            </a:r>
            <a:r>
              <a:rPr lang="en-US" dirty="0"/>
              <a:t> system is designed to bring the company's major services together in one place. Customers will be able to access their accounts from a computer or mobile device, purchase training packages, complete online training and practice tests, and schedule driving lessons. When a lesson is scheduled, the system will check that an instructor and vehicle are available to prevent scheduling conflicts. </a:t>
            </a:r>
            <a:r>
              <a:rPr lang="en-US" dirty="0" err="1"/>
              <a:t>DriverPass</a:t>
            </a:r>
            <a:r>
              <a:rPr lang="en-US" dirty="0"/>
              <a:t> employees will be able to manage customer accounts and appointments, while management will have access to information needed to monitor the business. The system will also use DMV updates to help keep training materials current.</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provides an overview of who will use </a:t>
            </a:r>
            <a:r>
              <a:rPr lang="en-US" dirty="0" err="1"/>
              <a:t>DriverPass</a:t>
            </a:r>
            <a:r>
              <a:rPr lang="en-US" dirty="0"/>
              <a:t> and what they will be able to do. Students can access online training and manage appointments, while the secretary can assist with appointments and student registration. Administrators can manage user accounts, including password resets, and the DMV provides information used to keep online training content current. The purpose of this design is to make sure each type of user has access to the services they need without making the system unnecessarily complicated.</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diagram shows what happens when a customer schedules a driving lesson. After signing in and selecting the appointment option, the customer chooses a preferred date and time. </a:t>
            </a:r>
            <a:r>
              <a:rPr lang="en-US" dirty="0" err="1"/>
              <a:t>DriverPass</a:t>
            </a:r>
            <a:r>
              <a:rPr lang="en-US" dirty="0"/>
              <a:t> then checks whether both an instructor and a vehicle are available. If either is unavailable, the customer is shown other available times instead of creating a conflicting reservation. Once the necessary resources are available, the system creates the reservation and allows the customer to review and confirm it. This process helps </a:t>
            </a:r>
            <a:r>
              <a:rPr lang="en-US" dirty="0" err="1"/>
              <a:t>DriverPass</a:t>
            </a:r>
            <a:r>
              <a:rPr lang="en-US" dirty="0"/>
              <a:t> manage its instructors and vehicles efficiently while giving customers a straightforward way to schedule lessons.</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important because </a:t>
            </a:r>
            <a:r>
              <a:rPr lang="en-US" dirty="0" err="1"/>
              <a:t>DriverPass</a:t>
            </a:r>
            <a:r>
              <a:rPr lang="en-US" dirty="0"/>
              <a:t> will store customer, employee, scheduling, and training information. Each person will have an individual account protected by a password, and access will depend on that person's responsibilities. For example, a customer does not need the same level of access as an administrator. Information sent between users and </a:t>
            </a:r>
            <a:r>
              <a:rPr lang="en-US" dirty="0" err="1"/>
              <a:t>DriverPass</a:t>
            </a:r>
            <a:r>
              <a:rPr lang="en-US" dirty="0"/>
              <a:t> will also need to be protected while it travels over the internet. Keeping records of important account activity will provide additional accountability and can help </a:t>
            </a:r>
            <a:r>
              <a:rPr lang="en-US" dirty="0" err="1"/>
              <a:t>DriverPass</a:t>
            </a:r>
            <a:r>
              <a:rPr lang="en-US" dirty="0"/>
              <a:t> investigate problems if they occur.</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are some limitations </a:t>
            </a:r>
            <a:r>
              <a:rPr lang="en-US" dirty="0" err="1"/>
              <a:t>DriverPass</a:t>
            </a:r>
            <a:r>
              <a:rPr lang="en-US" dirty="0"/>
              <a:t> should consider with this design. Because the system is web-based, customers and employees will need an internet connection to use its services, and there will be limited functionality if that connection is unavailable. </a:t>
            </a:r>
            <a:r>
              <a:rPr lang="en-US" dirty="0" err="1"/>
              <a:t>DriverPass</a:t>
            </a:r>
            <a:r>
              <a:rPr lang="en-US" dirty="0"/>
              <a:t> will also depend on the DMV providing current information for training updates, so delays from that outside source could affect how quickly content can be updated. The initial system will focus on the features </a:t>
            </a:r>
            <a:r>
              <a:rPr lang="en-US" dirty="0" err="1"/>
              <a:t>DriverPass</a:t>
            </a:r>
            <a:r>
              <a:rPr lang="en-US" dirty="0"/>
              <a:t> has requested rather than trying to include every possible feature at launch. As the number of customers and services grows, the system can be expanded to provide additional capacity and functionality.</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8/15/2026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8/15/2026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8/15/2026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8/15/2026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8/15/2026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8/15/2026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8/15/2026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8/15/2026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8/15/2026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8/15/2026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8/15/2026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8/15/2026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jpe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[Your Name]</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a:bodyPr>
          <a:lstStyle/>
          <a:p>
            <a:pPr lvl="0"/>
            <a:r>
              <a:rPr lang="en-US" sz="2400" dirty="0"/>
              <a:t>Online access from computers and mobile devices </a:t>
            </a:r>
          </a:p>
          <a:p>
            <a:pPr lvl="0"/>
            <a:r>
              <a:rPr lang="en-US" sz="2400" dirty="0"/>
              <a:t>Customer and employee accounts </a:t>
            </a:r>
          </a:p>
          <a:p>
            <a:pPr lvl="0"/>
            <a:r>
              <a:rPr lang="en-US" sz="2400" dirty="0"/>
              <a:t>Online training and practice tests </a:t>
            </a:r>
          </a:p>
          <a:p>
            <a:pPr lvl="0"/>
            <a:r>
              <a:rPr lang="en-US" sz="2400" dirty="0"/>
              <a:t>Driving lesson scheduling </a:t>
            </a:r>
          </a:p>
          <a:p>
            <a:pPr lvl="0"/>
            <a:r>
              <a:rPr lang="en-US" sz="2400" dirty="0"/>
              <a:t>Instructor and vehicle availability </a:t>
            </a:r>
          </a:p>
          <a:p>
            <a:pPr lvl="0"/>
            <a:r>
              <a:rPr lang="en-US" sz="2400" dirty="0"/>
              <a:t>Current DMV training information </a:t>
            </a:r>
          </a:p>
          <a:p>
            <a:pPr lvl="0"/>
            <a:r>
              <a:rPr lang="en-US" sz="2400" dirty="0"/>
              <a:t>Customer progress and business reporting</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5" name="Picture 4">
            <a:extLst>
              <a:ext uri="{FF2B5EF4-FFF2-40B4-BE49-F238E27FC236}">
                <a16:creationId xmlns:a16="http://schemas.microsoft.com/office/drawing/2014/main" id="{AA273461-92F3-5902-6286-44AE5A9E5DEE}"/>
              </a:ext>
            </a:extLst>
          </p:cNvPr>
          <p:cNvPicPr>
            <a:picLocks noChangeAspect="1"/>
          </p:cNvPicPr>
          <p:nvPr/>
        </p:nvPicPr>
        <p:blipFill>
          <a:blip r:embed="rId5"/>
          <a:stretch>
            <a:fillRect/>
          </a:stretch>
        </p:blipFill>
        <p:spPr>
          <a:xfrm>
            <a:off x="6450680" y="0"/>
            <a:ext cx="4604033" cy="6858000"/>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7" name="Picture 6">
            <a:extLst>
              <a:ext uri="{FF2B5EF4-FFF2-40B4-BE49-F238E27FC236}">
                <a16:creationId xmlns:a16="http://schemas.microsoft.com/office/drawing/2014/main" id="{42B6BE33-D315-CDFA-F233-DC91DBD6CD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92789" y="0"/>
            <a:ext cx="2687432" cy="6858000"/>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pPr lvl="0"/>
            <a:r>
              <a:rPr lang="en-US" sz="2400" dirty="0"/>
              <a:t>Individual user accounts </a:t>
            </a:r>
          </a:p>
          <a:p>
            <a:pPr lvl="0"/>
            <a:r>
              <a:rPr lang="en-US" sz="2400" dirty="0"/>
              <a:t>Password-protected access </a:t>
            </a:r>
          </a:p>
          <a:p>
            <a:pPr lvl="0"/>
            <a:r>
              <a:rPr lang="en-US" sz="2400" dirty="0"/>
              <a:t>Access based on user responsibilities </a:t>
            </a:r>
          </a:p>
          <a:p>
            <a:pPr lvl="0"/>
            <a:r>
              <a:rPr lang="en-US" sz="2400" dirty="0"/>
              <a:t>Secure customer information </a:t>
            </a:r>
          </a:p>
          <a:p>
            <a:pPr lvl="0"/>
            <a:r>
              <a:rPr lang="en-US" sz="2400" dirty="0"/>
              <a:t>Protected online communication </a:t>
            </a:r>
          </a:p>
          <a:p>
            <a:pPr lvl="0"/>
            <a:r>
              <a:rPr lang="en-US" sz="2400" dirty="0"/>
              <a:t>Activity records for accountability</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pPr lvl="0"/>
            <a:r>
              <a:rPr lang="en-US" sz="2400" dirty="0"/>
              <a:t>Requires a reliable internet connection </a:t>
            </a:r>
          </a:p>
          <a:p>
            <a:pPr lvl="0"/>
            <a:r>
              <a:rPr lang="en-US" sz="2400" dirty="0"/>
              <a:t>Depends on DMV information being available and current </a:t>
            </a:r>
          </a:p>
          <a:p>
            <a:pPr lvl="0"/>
            <a:r>
              <a:rPr lang="en-US" sz="2400" dirty="0"/>
              <a:t>Limited functionality without online access </a:t>
            </a:r>
          </a:p>
          <a:p>
            <a:pPr lvl="0"/>
            <a:r>
              <a:rPr lang="en-US" sz="2400" dirty="0"/>
              <a:t>Initial version is limited to agreed-upon features </a:t>
            </a:r>
          </a:p>
          <a:p>
            <a:pPr lvl="0"/>
            <a:r>
              <a:rPr lang="en-US" sz="2400" dirty="0"/>
              <a:t>Future growth may require additional resources</a:t>
            </a: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1346</TotalTime>
  <Words>699</Words>
  <Application>Microsoft Office PowerPoint</Application>
  <PresentationFormat>Widescreen</PresentationFormat>
  <Paragraphs>37</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Rafael Castellanos</cp:lastModifiedBy>
  <cp:revision>21</cp:revision>
  <dcterms:created xsi:type="dcterms:W3CDTF">2019-10-14T02:36:52Z</dcterms:created>
  <dcterms:modified xsi:type="dcterms:W3CDTF">2026-08-15T18:49:24Z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